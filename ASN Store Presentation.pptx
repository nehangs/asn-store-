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3a0f4f4a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3a0f4f4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83a0f4f4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83a0f4f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83a0f4f4a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83a0f4f4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83a0f4f4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83a0f4f4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